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오늘의 학습 목표: 패턴이 해결하려는 결합도나 성능 문제를 설명한다. Observer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문제 상황: 업적, UI, 사운드, 튜토리얼이 모두 플레이어 상태를 보고 싶어 하지만 Player가 모든 시스템을 알아버리면 코드가 쉽게 엉킨다.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원문 흐름 1: 업적 잠금 해제 문제: 이 구간의 문제와 해결 방향을 수업 예제로 바꿔 본다. 관찰자 목록과 notify: 이 구간의 문제와 해결 방향을 수업 예제로 바꿔 본다. 동기 호출의 속도 문제: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원문 흐름 2: 너무 느린 옵저버: Unity/C# 관점에서 장점과 주의점을 연결한다. 오늘날의 이벤트 시스템: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한 문장 정의: Subject는 이벤트가 생겼음을 알리고, Observer는 관심 있는 이벤트를 받아 반응한다.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핵심 구성 요소: Subject: Observer 패턴을 설명할 때 반복해서 등장하는 역할이다. Observer: Observer 패턴을 설명할 때 반복해서 등장하는 역할이다. Notify: Observer 패턴을 설명할 때 반복해서 등장하는 역할이다. Subscribe: Observer 패턴을 설명할 때 반복해서 등장하는 역할이다. Unsubscribe: Observer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패턴을 적용한 구조: 한 객체의 변화가 여러 시스템에 알려져야 할 때, 직접 연결하지 않고 알림으로 분리한다.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Unity에서 보는 위치: 체력 변화, 점수 변화, 아이템 획득, 퀘스트 갱신을 C# event나 UnityEvent로 연결한다.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주의점: 알림 순서, 구독 해제, 이벤트 중복 호출을 관리하지 않으면 디버깅이 어려워진다.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Unity 실습 목표: 플레이어 점수가 바뀌면 HUD와 업적 시스템이 동시에 갱신되게 만든다.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학생 TODO 목록: ScoreChanged 이벤트 선언 점수 변경 시 Notify 호출 HUD 구독 Achievement 구독 OnDestroy에서 구독 해제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Observer. https://gameprogrammingpatterns.com/observer.html
정리: 옵저버 패턴은 한 객체의 변화가 여러 시스템에 알려져야 할 때, 직접 연결하지 않고 알림으로 분리한다.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Observer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옵저버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Subject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Observer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Notify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Subscribe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Unsubscribe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Observer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업적, UI, 사운드, 튜토리얼이 모두 플레이어 상태를 보고 싶어 하지만 Player가 모든 시스템을 알아버리면 코드가 쉽게 엉킨다.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업적 잠금 해제 문제: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관찰자 목록과 notify: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호출의 속도 문제: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느린 옵저버: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오늘날의 이벤트 시스템: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Subject는 이벤트가 생겼음을 알리고, Observer는 관심 있는 이벤트를 받아 반응한다.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Subject: Observer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Observer: Observer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Notify: Observer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Subscribe: Observer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Unsubscribe: Observer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객체의 변화가 여러 시스템에 알려져야 할 때, 직접 연결하지 않고 알림으로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event Action&lt;int&gt; ScoreChanged;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AddScore(int amount)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+= amount;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ScoreChanged?.Invoke(score);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변화, 점수 변화, 아이템 획득, 퀘스트 갱신을 C# event나 UnityEvent로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순서, 구독 해제, 이벤트 중복 호출을 관리하지 않으면 디버깅이 어려워진다.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플레이어 점수가 바뀌면 HUD와 업적 시스템이 동시에 갱신되게 만든다.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ScoreChanged 이벤트 선언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변경 시 Notify 호출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HUD 구독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Achievement 구독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OnDestroy에서 구독 해제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Observer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옵저버 패턴은 한 객체의 변화가 여러 시스템에 알려져야 할 때, 직접 연결하지 않고 알림으로 분리한다.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4차시 - Observer</dc:title>
  <dc:subject>Game Programming Patterns - Observer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