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오늘의 학습 목표: 패턴이 해결하려는 결합도나 성능 문제를 설명한다. ObjectPool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문제 상황: 총알, 이펙트, 파티클을 계속 생성/파괴하면 GC와 할당 비용이 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원문 흐름 1: 입자/총알 문제: 이 구간의 문제와 해결 방향을 수업 예제로 바꿔 본다. 미리 만들기: 이 구간의 문제와 해결 방향을 수업 예제로 바꿔 본다. 빌려주기와 반환: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원문 흐름 2: 풀 고갈: Unity/C# 관점에서 장점과 주의점을 연결한다. 초기화: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한 문장 정의: Object Pool은 정해진 수의 객체를 보관하고 필요할 때 빌려주며, 사용 후 되돌려 받는다.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핵심 구성 요소: Pool: ObjectPool 패턴을 설명할 때 반복해서 등장하는 역할이다. Get: ObjectPool 패턴을 설명할 때 반복해서 등장하는 역할이다. Release: ObjectPool 패턴을 설명할 때 반복해서 등장하는 역할이다. Reset: ObjectPool 패턴을 설명할 때 반복해서 등장하는 역할이다. Capacity: ObjectPool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패턴을 적용한 구조: 자주 만들고 버리는 객체를 미리 만들어 두고 재사용한다.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Unity에서 보는 위치: Instantiate/Destroy 대신 SetActive와 Reset을 이용해 Projectile을 재사용한다.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주의점: 풀 크기, 반환 누락, 오래된 상태 초기화를 관리해야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Unity 실습 목표: ProjectilePool에서 총알을 빌리고 일정 시간 뒤 반환한다.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학생 TODO 목록: 초기 풀 생성 Get Release ResetState 풀 고갈 처리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ObjectPool. https://gameprogrammingpatterns.com/object-pool.html
정리: 오브젝트 풀 패턴은 자주 만들고 버리는 객체를 미리 만들어 두고 재사용한다.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ObjectPool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오브젝트 풀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Pool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Capacity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ObjectPool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총알, 이펙트, 파티클을 계속 생성/파괴하면 GC와 할당 비용이 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입자/총알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만들기: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빌려주기와 반환: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고갈: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초기화: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Pool은 정해진 수의 객체를 보관하고 필요할 때 빌려주며, 사용 후 되돌려 받는다.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Pool: ObjectPool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Get: ObjectPool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Release: ObjectPool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Reset: ObjectPool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Capacity: ObjectPool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만들고 버리는 객체를 미리 만들어 두고 재사용한다.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item = inactive.Count &gt; 0 ? inactive.Pop() : CreateNew();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Instantiate/Destroy 대신 SetActive와 Reset을 이용해 Projectile을 재사용한다.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크기, 반환 누락, 오래된 상태 초기화를 관리해야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ProjectilePool에서 총알을 빌리고 일정 시간 뒤 반환한다.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풀 생성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ResetState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고갈 처리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ObjectPool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오브젝트 풀 패턴은 자주 만들고 버리는 객체를 미리 만들어 두고 재사용한다.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19차시 - ObjectPool</dc:title>
  <dc:subject>Game Programming Patterns - ObjectPool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