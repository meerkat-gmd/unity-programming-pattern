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TypeObject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몬스터 종류마다 하위 클래스를 만들면 타입 추가가 코드 수정이 된다.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Breed 예제: 이 구간의 문제와 해결 방향을 수업 예제로 바꿔 본다. 타입을 객체로: 이 구간의 문제와 해결 방향을 수업 예제로 바꿔 본다. 상속 대신 데이터: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런타임 확장: Unity/C# 관점에서 장점과 주의점을 연결한다. 행동의 한계: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Type Object는 인스턴스가 자신의 타입 데이터를 참조하게 만들어 종류를 데이터로 표현한다.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Type Object: TypeObject 패턴을 설명할 때 반복해서 등장하는 역할이다. Breed: TypeObject 패턴을 설명할 때 반복해서 등장하는 역할이다. Data-Driven: TypeObject 패턴을 설명할 때 반복해서 등장하는 역할이다. Instance: TypeObject 패턴을 설명할 때 반복해서 등장하는 역할이다. Runtime Type: TypeObject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클래스를 늘리지 않고 타입 정보를 데이터 객체로 분리한다.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MonsterBreed ScriptableObject처럼 데이터 에셋으로 타입을 표현한다.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타입별 특수 행동이 많아지면 데이터만으로는 부족하고 전략 객체가 필요하다.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Monster가 Breed 데이터를 참조해 능력치를 결정하게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Breed 데이터 작성 Monster에 Breed 참조 스폰 시 능력치 복사 타입 교체 HUD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타입 오브젝트 패턴은 클래스를 늘리지 않고 타입 정보를 데이터 객체로 분리한다.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오브젝트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Object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Data-Driven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Instance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Type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종류마다 하위 클래스를 만들면 타입 추가가 코드 수정이 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Breed 예제: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타입을 객체로: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 대신 데이터: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확장: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행동의 한계: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Object는 인스턴스가 자신의 타입 데이터를 참조하게 만들어 종류를 데이터로 표현한다.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Object: TypeObject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Breed: TypeObject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Data-Driven: TypeObject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Instance: TypeObject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Type: TypeObject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클래스를 늘리지 않고 타입 정보를 데이터 객체로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Monster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MonsterBreed Breed { get;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MonsterBreed ScriptableObject처럼 데이터 에셋으로 타입을 표현한다.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타입별 특수 행동이 많아지면 데이터만으로는 부족하고 전략 객체가 필요하다.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Monster가 Breed 데이터를 참조해 능력치를 결정하게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Breed 데이터 작성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Monster에 Breed 참조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시 능력치 복사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교체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TypeObject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오브젝트 패턴은 클래스를 늘리지 않고 타입 정보를 데이터 객체로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13차시 - TypeObject</dc:title>
  <dc:subject>Game Programming Patterns - TypeObject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