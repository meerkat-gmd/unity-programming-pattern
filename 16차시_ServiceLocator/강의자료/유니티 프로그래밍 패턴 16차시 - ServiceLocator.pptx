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715000"/>
  <p:notesSz cx="5715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Robert Nystrom, Game Programming Patterns, ServiceLocator. https://gameprogrammingpatterns.com/service-locator.html
Cover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Robert Nystrom, Game Programming Patterns, ServiceLocator. https://gameprogrammingpatterns.com/service-locator.html
오늘의 학습 목표: 패턴이 해결하려는 결합도나 성능 문제를 설명한다. ServiceLocator 패턴의 핵심 구조를 C# 코드로 읽는다. Unity 장면에서 패턴이 어떻게 보이는지 확인한다. 학생용 TODO 코드를 완성해 동작 기준을 통과한다.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Robert Nystrom, Game Programming Patterns, ServiceLocator. https://gameprogrammingpatterns.com/service-locator.html
문제 상황: 오디오, 저장, 로깅 같은 서비스를 모든 코드가 직접 생성하거나 전역으로 붙잡는다. 처음에는 간단한 조건문이나 직접 참조로 해결할 수 있지만, 기능이 늘어나면 수정 범위가 커진다. 패턴은 이런 반복되는 설계 압력을 이름 붙이고 안전한 구조로 바꾼다.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Robert Nystrom, Game Programming Patterns, ServiceLocator. https://gameprogrammingpatterns.com/service-locator.html
원문 흐름 1: 서비스 접근 문제: 이 구간의 문제와 해결 방향을 수업 예제로 바꿔 본다. 등록과 조회: 이 구간의 문제와 해결 방향을 수업 예제로 바꿔 본다. Null 서비스: 이 구간의 문제와 해결 방향을 수업 예제로 바꿔 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Robert Nystrom, Game Programming Patterns, ServiceLocator. https://gameprogrammingpatterns.com/service-locator.html
원문 흐름 2: 로깅 서비스: Unity/C# 관점에서 장점과 주의점을 연결한다. 싱글턴과 차이: Unity/C# 관점에서 장점과 주의점을 연결한다.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Robert Nystrom, Game Programming Patterns, ServiceLocator. https://gameprogrammingpatterns.com/service-locator.html
한 문장 정의: Service Locator는 서비스 등록과 조회를 담당하는 중간 객체를 둔다. 중요한 것은 코드 모양을 외우는 것이 아니라, 어떤 의존성을 어디로 옮기는지 이해하는 것이다.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Robert Nystrom, Game Programming Patterns, ServiceLocator. https://gameprogrammingpatterns.com/service-locator.html
핵심 구성 요소: Service: ServiceLocator 패턴을 설명할 때 반복해서 등장하는 역할이다. Locator: ServiceLocator 패턴을 설명할 때 반복해서 등장하는 역할이다. Null Object: ServiceLocator 패턴을 설명할 때 반복해서 등장하는 역할이다. Register: ServiceLocator 패턴을 설명할 때 반복해서 등장하는 역할이다. Resolve: ServiceLocator 패턴을 설명할 때 반복해서 등장하는 역할이다.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Robert Nystrom, Game Programming Patterns, ServiceLocator. https://gameprogrammingpatterns.com/service-locator.html
나쁜 출발점: 모든 시스템이 서로를 직접 알고 호출한다. 작은 기능을 추가할 때 관련 없는 클래스까지 수정해야 한다. 테스트와 재사용이 어려워지고, 실행 순서 버그가 숨어든다.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Robert Nystrom, Game Programming Patterns, ServiceLocator. https://gameprogrammingpatterns.com/service-locator.html
패턴을 적용한 구조: 전역 접근이 필요한 서비스를 직접 싱글턴으로 박지 않고, 찾는 지점을 하나로 모은다. 객체의 책임을 분리하고, 바뀌는 부분을 명확한 경계 뒤로 숨긴다. 그 결과 기능 추가 위치가 예측 가능해진다.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Robert Nystrom, Game Programming Patterns, ServiceLocator. https://gameprogrammingpatterns.com/service-locator.html
Representative C# code fragment.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Robert Nystrom, Game Programming Patterns, ServiceLocator. https://gameprogrammingpatterns.com/service-locator.html
Unity에서 보는 위치: IAudioService를 등록하고, NullAudioService로 안전한 기본값을 제공한다. 실습 장면은 Play 버튼만 눌러도 큰 HUD로 현재 상태를 볼 수 있게 만든다. 학생은 HUD 변화를 보며 TODO 구현이 맞는지 확인한다.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Robert Nystrom, Game Programming Patterns, ServiceLocator. https://gameprogrammingpatterns.com/service-locator.html
장점: 역할이 나뉘어 기능 추가 위치가 선명해진다. 수정 범위가 줄고, 테스트할 단위가 작아진다. 반복되는 설계 문제를 팀에서 같은 이름으로 토론할 수 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Robert Nystrom, Game Programming Patterns, ServiceLocator. https://gameprogrammingpatterns.com/service-locator.html
주의점: 숨은 의존성은 여전히 생길 수 있으므로 남용하면 테스트가 어려워진다. 패턴은 자동 정답이 아니라 비용과 이득을 비교해 선택하는 도구다. 작은 예제에 과하게 적용하면 오히려 코드가 길어진다.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Robert Nystrom, Game Programming Patterns, ServiceLocator. https://gameprogrammingpatterns.com/service-locator.html
Unity 실습 목표: AudioService를 등록하고 플레이 요청을 로케이터로 전달한다. 학생용 스크립트에는 핵심 구현이 TODO로 비워져 있다. 정답 코드는 프로젝트 루트의 `실습자료 정답` 폴더에 따로 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Robert Nystrom, Game Programming Patterns, ServiceLocator. https://gameprogrammingpatterns.com/service-locator.html
학생 TODO 목록: 서비스 인터페이스 Null 서비스 Register Get HUD 호출 로그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Robert Nystrom, Game Programming Patterns, ServiceLocator. https://gameprogrammingpatterns.com/service-locator.html
통과 기준: 프로젝트가 컴파일되고 해당 차시 씬을 열 수 있다. Play 버튼을 누르면 큰 화면 UI에서 결과가 확인된다. TODO를 채운 뒤 패턴의 핵심 동작이 눈으로 확인된다.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Robert Nystrom, Game Programming Patterns, ServiceLocator. https://gameprogrammingpatterns.com/service-locator.html
정리: 서비스 로케이터 패턴은 전역 접근이 필요한 서비스를 직접 싱글턴으로 박지 않고, 찾는 지점을 하나로 모은다. 패턴 이름보다 중요한 것은 책임 분리와 데이터 흐름을 설명할 수 있는 것이다. 다음 차시에서는 다른 설계 압력이 어떤 패턴으로 바뀌는지 비교한다.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102016"/>
          </a:solidFill>
          <a:ln w="12700">
            <a:solidFill>
              <a:srgbClr val="1020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658368"/>
            <a:ext cx="91440" cy="416052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731520"/>
            <a:ext cx="10972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16차시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115568"/>
            <a:ext cx="749808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ServiceLocator Pattern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841248" y="1847088"/>
            <a:ext cx="658368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D8F3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로케이터 패턴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841248" y="285292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42416" y="2743200"/>
            <a:ext cx="72237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Service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841248" y="331012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3200400"/>
            <a:ext cx="72237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Locator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841248" y="376732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42416" y="3657600"/>
            <a:ext cx="72237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Null Object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841248" y="422452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4114800"/>
            <a:ext cx="72237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Register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841248" y="468172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2416" y="4572000"/>
            <a:ext cx="72237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Resolve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841248" y="4901184"/>
            <a:ext cx="43891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8C8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 Programming Patterns · Unity/C#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학습 목표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 Programming Patterns - ServiceLocator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패턴이 해결하려는 결합도나 성능 문제를 설명한다.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ServiceLocator 패턴의 핵심 구조를 C# 코드로 읽는다.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61488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51760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Unity 장면에서 패턴이 어떻게 보이는지 확인한다.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777240" y="3438144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8408" y="3328416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학생용 TODO 코드를 완성해 동작 기준을 통과한다.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상황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 Programming Patterns - ServiceLocator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오디오, 저장, 로깅 같은 서비스를 모든 코드가 직접 생성하거나 전역으로 붙잡는다.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처음에는 간단한 조건문이나 직접 참조로 해결할 수 있지만, 기능이 늘어나면 수정 범위가 커진다.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61488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51760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패턴은 이런 반복되는 설계 압력을 이름 붙이고 안전한 구조로 바꾼다.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 흐름 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 Programming Patterns - ServiceLocator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접근 문제: 이 구간의 문제와 해결 방향을 수업 예제로 바꿔 본다.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등록과 조회: 이 구간의 문제와 해결 방향을 수업 예제로 바꿔 본다.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6148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51760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Null 서비스: 이 구간의 문제와 해결 방향을 수업 예제로 바꿔 본다.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 흐름 2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 Programming Patterns - ServiceLocator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로깅 서비스: Unity/C# 관점에서 장점과 주의점을 연결한다.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싱글턴과 차이: Unity/C# 관점에서 장점과 주의점을 연결한다.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문장 정의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 Programming Patterns - ServiceLocator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Service Locator는 서비스 등록과 조회를 담당하는 중간 객체를 둔다.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중요한 것은 코드 모양을 외우는 것이 아니라, 어떤 의존성을 어디로 옮기는지 이해하는 것이다.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구성 요소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 Programming Patterns - ServiceLocator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Service: ServiceLocator 패턴을 설명할 때 반복해서 등장하는 역할이다.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Locator: ServiceLocator 패턴을 설명할 때 반복해서 등장하는 역할이다.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6148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51760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Null Object: ServiceLocator 패턴을 설명할 때 반복해서 등장하는 역할이다.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777240" y="3438144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8408" y="3328416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Register: ServiceLocator 패턴을 설명할 때 반복해서 등장하는 역할이다.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777240" y="4114800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8408" y="4005072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Resolve: ServiceLocator 패턴을 설명할 때 반복해서 등장하는 역할이다.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나쁜 출발점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 Programming Patterns - ServiceLocator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시스템이 서로를 직접 알고 호출한다.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 기능을 추가할 때 관련 없는 클래스까지 수정해야 한다.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61488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51760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테스트와 재사용이 어려워지고, 실행 순서 버그가 숨어든다.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패턴을 적용한 구조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 Programming Patterns - ServiceLocator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전역 접근이 필요한 서비스를 직접 싱글턴으로 박지 않고, 찾는 지점을 하나로 모은다.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객체의 책임을 분리하고, 바뀌는 부분을 명확한 경계 뒤로 숨긴다.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61488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51760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결과 기능 추가 위치가 예측 가능해진다.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C# 핵심 코드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 Programming Patterns - ServiceLocator | Unity/C#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713232" y="1005840"/>
            <a:ext cx="76809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8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수업에서는 전체 구현보다 패턴의 중심이 되는 코드 조각을 먼저 읽는다.</a:t>
            </a:r>
            <a:endParaRPr lang="en-US" sz="1580" dirty="0"/>
          </a:p>
        </p:txBody>
      </p:sp>
      <p:sp>
        <p:nvSpPr>
          <p:cNvPr id="8" name="Shape 6"/>
          <p:cNvSpPr/>
          <p:nvPr/>
        </p:nvSpPr>
        <p:spPr>
          <a:xfrm>
            <a:off x="694944" y="1444752"/>
            <a:ext cx="7936992" cy="3337560"/>
          </a:xfrm>
          <a:prstGeom prst="roundRect">
            <a:avLst>
              <a:gd name="adj" fmla="val 1644"/>
            </a:avLst>
          </a:prstGeom>
          <a:solidFill>
            <a:srgbClr val="101827"/>
          </a:solidFill>
          <a:ln w="12700">
            <a:solidFill>
              <a:srgbClr val="2B36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1609344"/>
            <a:ext cx="7571232" cy="3026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static IAudioService Audio { get; private set; 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static void Register(IAudioService service) =&gt; Audio = service;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Unity에서 보는 위치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 Programming Patterns - ServiceLocator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IAudioService를 등록하고, NullAudioService로 안전한 기본값을 제공한다.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66544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56816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장면은 Play 버튼만 눌러도 큰 HUD로 현재 상태를 볼 수 있게 만든다.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24912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15184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학생은 HUD 변화를 보며 TODO 구현이 맞는지 확인한다.</a:t>
            </a:r>
            <a:endParaRPr lang="en-US" sz="1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장점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 Programming Patterns - ServiceLocator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역할이 나뉘어 기능 추가 위치가 선명해진다.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66544"/>
            <a:ext cx="82296" cy="8229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56816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 범위가 줄고, 테스트할 단위가 작아진다.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24912"/>
            <a:ext cx="82296" cy="8229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15184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반복되는 설계 문제를 팀에서 같은 이름으로 토론할 수 있다.</a:t>
            </a:r>
            <a:endParaRPr lang="en-US" sz="1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주의점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 Programming Patterns - ServiceLocator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숨은 의존성은 여전히 생길 수 있으므로 남용하면 테스트가 어려워진다.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66544"/>
            <a:ext cx="82296" cy="82296"/>
          </a:xfrm>
          <a:prstGeom prst="ellipse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56816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패턴은 자동 정답이 아니라 비용과 이득을 비교해 선택하는 도구다.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24912"/>
            <a:ext cx="82296" cy="82296"/>
          </a:xfrm>
          <a:prstGeom prst="ellipse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15184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 예제에 과하게 적용하면 오히려 코드가 길어진다.</a:t>
            </a:r>
            <a:endParaRPr lang="en-US" sz="1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Unity 실습 목표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 Programming Patterns - ServiceLocator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AudioService를 등록하고 플레이 요청을 로케이터로 전달한다.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66544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56816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학생용 스크립트에는 핵심 구현이 TODO로 비워져 있다.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24912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15184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코드는 프로젝트 루트의 `실습자료 정답` 폴더에 따로 둔다.</a:t>
            </a:r>
            <a:endParaRPr lang="en-US" sz="16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 TODO 목록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 Programming Patterns - ServiceLocator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인터페이스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66544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56816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Null 서비스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24912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15184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Register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777240" y="3383280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8408" y="3273552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Get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777240" y="4041648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8408" y="3931920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HUD 호출 로그</a:t>
            </a:r>
            <a:endParaRPr lang="en-US" sz="16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통과 기준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 Programming Patterns - ServiceLocator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프로젝트가 컴파일되고 해당 차시 씬을 열 수 있다.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66544"/>
            <a:ext cx="82296" cy="8229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56816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Play 버튼을 누르면 큰 화면 UI에서 결과가 확인된다.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24912"/>
            <a:ext cx="82296" cy="8229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15184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TODO를 채운 뒤 패턴의 핵심 동작이 눈으로 확인된다.</a:t>
            </a:r>
            <a:endParaRPr lang="en-US" sz="16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 Programming Patterns - ServiceLocator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로케이터 패턴은 전역 접근이 필요한 서비스를 직접 싱글턴으로 박지 않고, 찾는 지점을 하나로 모은다.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66544"/>
            <a:ext cx="82296" cy="82296"/>
          </a:xfrm>
          <a:prstGeom prst="ellipse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56816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 이름보다 중요한 것은 책임 분리와 데이터 흐름을 설명할 수 있는 것이다.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24912"/>
            <a:ext cx="82296" cy="82296"/>
          </a:xfrm>
          <a:prstGeom prst="ellipse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15184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차시에서는 다른 설계 압력이 어떤 패턴으로 바뀌는지 비교한다.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경기게임마이스터고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유니티 프로그래밍 패턴 16차시 - ServiceLocator</dc:title>
  <dc:subject>Game Programming Patterns - ServiceLocator</dc:subject>
  <dc:creator>Codex</dc:creator>
  <cp:lastModifiedBy>Codex</cp:lastModifiedBy>
  <cp:revision>1</cp:revision>
  <dcterms:created xsi:type="dcterms:W3CDTF">2026-05-17T08:07:59Z</dcterms:created>
  <dcterms:modified xsi:type="dcterms:W3CDTF">2026-05-17T08:07:59Z</dcterms:modified>
</cp:coreProperties>
</file>