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SpatialPartition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1000개 객체가 서로 충돌하는지 모두 비교하면 O(n^2) 비용이 든다.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전부 비교하는 문제: 이 구간의 문제와 해결 방향을 수업 예제로 바꿔 본다. 격자 셀: 이 구간의 문제와 해결 방향을 수업 예제로 바꿔 본다. 삽입과 이동: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근처 검색: Unity/C# 관점에서 장점과 주의점을 연결한다. 셀 크기 선택: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Spatial Partition은 공간을 격자나 트리로 나누고 객체를 해당 구역에 넣어 탐색 범위를 줄인다.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Grid: SpatialPartition 패턴을 설명할 때 반복해서 등장하는 역할이다. Cell: SpatialPartition 패턴을 설명할 때 반복해서 등장하는 역할이다. Insert: SpatialPartition 패턴을 설명할 때 반복해서 등장하는 역할이다. Move: SpatialPartition 패턴을 설명할 때 반복해서 등장하는 역할이다. Nearby Query: SpatialPartition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모든 객체끼리 비교하지 않고, 가까운 공간에 있는 객체만 빠르게 찾는다.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2D 격자에 유닛을 등록하고, 주변 셀만 검색해 근처 유닛을 찾는다.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객체가 움직일 때 셀 갱신이 필요하고, 셀 크기를 잘못 잡으면 이득이 줄어든다.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유닛을 그리드 셀에 등록하고 주변 셀에서 가까운 유닛만 찾는다.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좌표를 셀로 변환 셀 등록 이동 시 셀 갱신 주변 셀 검색 검색 결과 HUD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공간 분할 패턴은 모든 객체끼리 비교하지 않고, 가까운 공간에 있는 객체만 빠르게 찾는다.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분할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Nearby Query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1000개 객체가 서로 충돌하는지 모두 비교하면 O(n^2) 비용이 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비교하는 문제: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셀: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삽입과 이동: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근처 검색: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크기 선택: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 Partition은 공간을 격자나 트리로 나누고 객체를 해당 구역에 넣어 탐색 범위를 줄인다.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Grid: SpatialPartition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Cell: SpatialPartition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Insert: SpatialPartition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Move: SpatialPartition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Nearby Query: SpatialPartition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객체끼리 비교하지 않고, 가까운 공간에 있는 객체만 빠르게 찾는다.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Vector2Int cell = new Vector2Int(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Mathf.FloorToInt(pos.x / cellSize),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Mathf.FloorToInt(pos.y / cellSize));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격자에 유닛을 등록하고, 주변 셀만 검색해 근처 유닛을 찾는다.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객체가 움직일 때 셀 갱신이 필요하고, 셀 크기를 잘못 잡으면 이득이 줄어든다.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유닛을 그리드 셀에 등록하고 주변 셀에서 가까운 유닛만 찾는다.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좌표를 셀로 변환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등록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시 셀 갱신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셀 검색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HUD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SpatialPartition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분할 패턴은 모든 객체끼리 비교하지 않고, 가까운 공간에 있는 객체만 빠르게 찾는다.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20차시 - SpatialPartition</dc:title>
  <dc:subject>Game Programming Patterns - SpatialPartition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