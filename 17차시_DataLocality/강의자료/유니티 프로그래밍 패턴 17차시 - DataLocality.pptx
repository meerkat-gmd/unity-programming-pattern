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DataLocality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객체가 메모리 곳곳에 흩어져 있으면 캐시 미스로 성능이 떨어진다.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CPU 캐시: 이 구간의 문제와 해결 방향을 수업 예제로 바꿔 본다. 객체 배열의 문제: 이 구간의 문제와 해결 방향을 수업 예제로 바꿔 본다. 연속 배열: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뜨거운 데이터와 차가운 데이터: Unity/C# 관점에서 장점과 주의점을 연결한다. ECS와 연결: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Data Locality는 함께 처리되는 데이터를 연속된 메모리에 배치해 캐시 효율을 높이는 설계다.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Cache: DataLocality 패턴을 설명할 때 반복해서 등장하는 역할이다. Array: DataLocality 패턴을 설명할 때 반복해서 등장하는 역할이다. Hot Data: DataLocality 패턴을 설명할 때 반복해서 등장하는 역할이다. Cold Data: DataLocality 패턴을 설명할 때 반복해서 등장하는 역할이다. Batch: DataLocality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CPU가 좋아하는 방식으로 데이터를 가까이 배치하면 같은 로직도 더 빨라진다.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다수 적의 위치/속도를 배열로 처리하고, 객체 참조 순회와 비교한다.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객체지향적 캡슐화를 일부 포기하고 데이터 중심 구조를 설계해야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Enemy 객체 리스트 대신 위치/속도 배열을 갱신한다.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배열 초기화 위치 배열 갱신 속도 배열 갱신 활성 개수 사용 처리 시간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데이터 지역성 패턴은 CPU가 좋아하는 방식으로 데이터를 가까이 배치하면 같은 로직도 더 빨라진다.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지역성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Data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Cold Data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메모리 곳곳에 흩어져 있으면 캐시 미스로 성능이 떨어진다.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캐시: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배열의 문제: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배열: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뜨거운 데이터와 차가운 데이터: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ECS와 연결: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Locality는 함께 처리되는 데이터를 연속된 메모리에 배치해 캐시 효율을 높이는 설계다.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Cache: DataLocality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Array: DataLocality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Hot Data: DataLocality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Cold Data: DataLocality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Batch: DataLocality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좋아하는 방식으로 데이터를 가까이 배치하면 같은 로직도 더 빨라진다.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count;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positions[i] += velocities[i] * dt;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적의 위치/속도를 배열로 처리하고, 객체 참조 순회와 비교한다.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객체지향적 캡슐화를 일부 포기하고 데이터 중심 구조를 설계해야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Enemy 객체 리스트 대신 위치/속도 배열을 갱신한다.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 초기화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배열 갱신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배열 갱신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개수 사용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시간 표시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DataLocality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지역성 패턴은 CPU가 좋아하는 방식으로 데이터를 가까이 배치하면 같은 로직도 더 빨라진다.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17차시 - DataLocality</dc:title>
  <dc:subject>Game Programming Patterns - DataLocality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