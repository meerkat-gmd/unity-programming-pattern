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오늘의 학습 목표: 패턴이 해결하려는 결합도나 성능 문제를 설명한다. DirtyFlag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문제 상황: 부모가 움직일 때마다 모든 자식의 월드 좌표를 즉시 재계산하면 낭비가 생긴다.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원문 흐름 1: 월드 변환 재계산: 이 구간의 문제와 해결 방향을 수업 예제로 바꿔 본다. dirty 표시: 이 구간의 문제와 해결 방향을 수업 예제로 바꿔 본다. 지연 계산: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원문 흐름 2: 캐시 값: Unity/C# 관점에서 장점과 주의점을 연결한다. 주의점: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한 문장 정의: Dirty Flag는 데이터가 변경되었음을 표시하고, 실제 값이 필요할 때 갱신한다.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핵심 구성 요소: Dirty: DirtyFlag 패턴을 설명할 때 반복해서 등장하는 역할이다. Cached Value: DirtyFlag 패턴을 설명할 때 반복해서 등장하는 역할이다. Lazy Update: DirtyFlag 패턴을 설명할 때 반복해서 등장하는 역할이다. Invalidation: DirtyFlag 패턴을 설명할 때 반복해서 등장하는 역할이다. Recalculate: DirtyFlag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패턴을 적용한 구조: 비싼 계산을 매번 하지 않고, 바뀐 경우에만 나중에 다시 계산한다.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Unity에서 보는 위치: Transform 계층, 경로 비용, UI 레이아웃 재계산에서 흔히 보이는 방식이다.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주의점: dirty 표시를 빼먹으면 오래된 값이 보이고, 너무 자주 표시하면 이득이 줄어든다.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Unity 실습 목표: 로컬 좌표가 바뀌면 worldPosition을 dirty로 표시하고 필요할 때 계산한다.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학생 TODO 목록: dirty 플래그 설정 캐시 값 반환 필요할 때 재계산 자식에게 전파 HUD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DirtyFlag. https://gameprogrammingpatterns.com/dirty-flag.html
정리: 더티 플래그 패턴은 비싼 계산을 매번 하지 않고, 바뀐 경우에만 나중에 다시 계산한다.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DirtyFlag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더티 플래그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Cached Value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Update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Invalidation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Recalculate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DirtyFlag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부모가 움직일 때마다 모든 자식의 월드 좌표를 즉시 재계산하면 낭비가 생긴다.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월드 변환 재계산: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 표시: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계산: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 값: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 Flag는 데이터가 변경되었음을 표시하고, 실제 값이 필요할 때 갱신한다.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Dirty: DirtyFlag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Cached Value: DirtyFlag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Update: DirtyFlag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Invalidation: DirtyFlag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Recalculate: DirtyFlag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계산을 매번 하지 않고, 바뀐 경우에만 나중에 다시 계산한다.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(dirty)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world = parent.World + local;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dirty = false;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Transform 계층, 경로 비용, UI 레이아웃 재계산에서 흔히 보이는 방식이다.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 표시를 빼먹으면 오래된 값이 보이고, 너무 자주 표시하면 이득이 줄어든다.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좌표가 바뀌면 worldPosition을 dirty로 표시하고 필요할 때 계산한다.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dirty 플래그 설정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 값 반환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필요할 때 재계산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자식에게 전파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DirtyFlag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더티 플래그 패턴은 비싼 계산을 매번 하지 않고, 바뀐 경우에만 나중에 다시 계산한다.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18차시 - DirtyFlag</dc:title>
  <dc:subject>Game Programming Patterns - DirtyFlag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