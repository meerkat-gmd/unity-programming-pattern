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715000"/>
  <p:notesSz cx="5715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오늘의 학습 목표: 패턴이 해결하려는 결합도나 성능 문제를 설명한다. Component 패턴의 핵심 구조를 C# 코드로 읽는다. Unity 장면에서 패턴이 어떻게 보이는지 확인한다. 학생용 TODO 코드를 완성해 동작 기준을 통과한다.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문제 상황: 입력, 물리, 그래픽, AI가 한 클래스에 섞이면 수정 범위가 커진다. 처음에는 간단한 조건문이나 직접 참조로 해결할 수 있지만, 기능이 늘어나면 수정 범위가 커진다. 패턴은 이런 반복되는 설계 압력을 이름 붙이고 안전한 구조로 바꾼다.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예제 흐름 1: Bjorn 예제: 이 구간의 문제와 해결 방향을 수업 예제로 바꿔 본다. 도메인 분리: 이 구간의 문제와 해결 방향을 수업 예제로 바꿔 본다. 컴포넌트 조합: 이 구간의 문제와 해결 방향을 수업 예제로 바꿔 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예제 흐름 2: 메시지와 참조: Unity/C# 관점에서 장점과 주의점을 연결한다. Unity와의 연결: Unity/C# 관점에서 장점과 주의점을 연결한다.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 문장 정의: Component는 객체의 기능을 독립적인 부품으로 분리하고, 엔티티가 이를 조합한다. 중요한 것은 코드 모양을 외우는 것이 아니라, 어떤 의존성을 어디로 옮기는지 이해하는 것이다.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 구성 요소: Entity: Component 패턴을 설명할 때 반복해서 등장하는 역할이다. Component: Component 패턴을 설명할 때 반복해서 등장하는 역할이다. Composition: Component 패턴을 설명할 때 반복해서 등장하는 역할이다. Decoupling: Component 패턴을 설명할 때 반복해서 등장하는 역할이다. Message: Component 패턴을 설명할 때 반복해서 등장하는 역할이다.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나쁜 출발점: 모든 시스템이 서로를 직접 알고 호출한다. 작은 기능을 추가할 때 관련 없는 클래스까지 수정해야 한다. 테스트와 재사용이 어려워지고, 실행 순서 버그가 숨어든다.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패턴을 적용한 구조: 큰 객체를 기능별 작은 부품으로 나누고 조합으로 행동을 만든다. 객체의 책임을 분리하고, 바뀌는 부분을 명확한 경계 뒤로 숨긴다. 그 결과 기능 추가 위치가 예측 가능해진다.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Representative C# code fragment.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Unity에서 보는 위치: Unity의 GameObject/MonoBehaviour 구조 자체가 컴포넌트 패턴의 대표 사례다. 실습 장면은 Play 버튼만 눌러도 큰 HUD로 현재 상태를 볼 수 있게 만든다. 학생은 HUD 변화를 보며 TODO 구현이 맞는지 확인한다.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장점: 역할이 나뉘어 기능 추가 위치가 선명해진다. 수정 범위가 줄고, 테스트할 단위가 작아진다. 반복되는 설계 문제를 팀에서 같은 이름으로 토론할 수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주의점: 컴포넌트 간 통신 경로가 지저분해지지 않도록 경계를 정해야 한다. 패턴은 자동 정답이 아니라 비용과 이득을 비교해 선택하는 도구다. 작은 예제에 과하게 적용하면 오히려 코드가 길어진다.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Unity 실습 목표: Move, Health, RenderInfo 컴포넌트를 조합해 하나의 엔티티를 만든다. 학생용 스크립트에는 핵심 구현이 TODO로 비워져 있다. 정답 코드는 프로젝트 루트의 `실습자료 정답` 폴더에 따로 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 TODO 목록: 컴포넌트 인터페이스 엔티티에 등록 이동 컴포넌트 체력 컴포넌트 HUD 표시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통과 기준: 프로젝트가 컴파일되고 해당 차시 씬을 열 수 있다. Play 버튼을 누르면 큰 화면 UI에서 결과가 확인된다. TODO를 채운 뒤 패턴의 핵심 동작이 눈으로 확인된다.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정리: 컴포넌트 패턴은 큰 객체를 기능별 작은 부품으로 나누고 조합으로 행동을 만든다. 패턴 이름보다 중요한 것은 책임 분리와 데이터 흐름을 설명할 수 있는 것이다. 다음 차시에서는 다른 설계 압력이 어떤 패턴으로 바뀌는지 비교한다.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0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102016"/>
          </a:solidFill>
          <a:ln w="12700">
            <a:solidFill>
              <a:srgbClr val="10201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658368"/>
            <a:ext cx="91440" cy="416052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731520"/>
            <a:ext cx="109728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14차시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1115568"/>
            <a:ext cx="7498080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3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Component Pattern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841248" y="1847088"/>
            <a:ext cx="6583680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D8F3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컴포넌트 패턴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841248" y="285292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42416" y="2743200"/>
            <a:ext cx="72237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Entity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841248" y="331012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3200400"/>
            <a:ext cx="72237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Component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841248" y="376732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42416" y="3657600"/>
            <a:ext cx="72237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Composition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841248" y="422452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42416" y="4114800"/>
            <a:ext cx="72237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Decoupling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841248" y="468172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42416" y="4572000"/>
            <a:ext cx="72237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Message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841248" y="4901184"/>
            <a:ext cx="4389120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B8C8B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Unity/C# 설계 패턴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학습 목표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Component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패턴이 해결하려는 결합도나 성능 문제를 설명한다.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Component 패턴의 핵심 구조를 C# 코드로 읽는다.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61488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51760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Unity 장면에서 패턴이 어떻게 보이는지 확인한다.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777240" y="3438144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8408" y="3328416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학생용 TODO 코드를 완성해 동작 기준을 통과한다.</a:t>
            </a:r>
            <a:endParaRPr lang="en-US" sz="16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상황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Component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입력, 물리, 그래픽, AI가 한 클래스에 섞이면 수정 범위가 커진다.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처음에는 간단한 조건문이나 직접 참조로 해결할 수 있지만, 기능이 늘어나면 수정 범위가 커진다.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61488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51760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패턴은 이런 반복되는 설계 압력을 이름 붙이고 안전한 구조로 바꾼다.</a:t>
            </a:r>
            <a:endParaRPr lang="en-US" sz="16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예제 흐름 1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Component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Bjorn 예제: 이 구간의 문제와 해결 방향을 수업 예제로 바꿔 본다.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도메인 분리: 이 구간의 문제와 해결 방향을 수업 예제로 바꿔 본다.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6148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51760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컴포넌트 조합: 이 구간의 문제와 해결 방향을 수업 예제로 바꿔 본다.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예제 흐름 2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Component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메시지와 참조: Unity/C# 관점에서 장점과 주의점을 연결한다.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Unity와의 연결: Unity/C# 관점에서 장점과 주의점을 연결한다.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문장 정의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Component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Component는 객체의 기능을 독립적인 부품으로 분리하고, 엔티티가 이를 조합한다.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중요한 것은 코드 모양을 외우는 것이 아니라, 어떤 의존성을 어디로 옮기는지 이해하는 것이다.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구성 요소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Component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Entity: Component 패턴을 설명할 때 반복해서 등장하는 역할이다.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Component: Component 패턴을 설명할 때 반복해서 등장하는 역할이다.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6148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51760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Composition: Component 패턴을 설명할 때 반복해서 등장하는 역할이다.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777240" y="3438144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8408" y="3328416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Decoupling: Component 패턴을 설명할 때 반복해서 등장하는 역할이다.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777240" y="4114800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78408" y="4005072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Message: Component 패턴을 설명할 때 반복해서 등장하는 역할이다.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나쁜 출발점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Component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시스템이 서로를 직접 알고 호출한다.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작은 기능을 추가할 때 관련 없는 클래스까지 수정해야 한다.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61488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51760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테스트와 재사용이 어려워지고, 실행 순서 버그가 숨어든다.</a:t>
            </a:r>
            <a:endParaRPr lang="en-US" sz="16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패턴을 적용한 구조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Component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큰 객체를 기능별 작은 부품으로 나누고 조합으로 행동을 만든다.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객체의 책임을 분리하고, 바뀌는 부분을 명확한 경계 뒤로 숨긴다.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61488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51760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결과 기능 추가 위치가 예측 가능해진다.</a:t>
            </a:r>
            <a:endParaRPr lang="en-US" sz="16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C# 핵심 코드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Component | Unity/C#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713232" y="1005840"/>
            <a:ext cx="76809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8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수업에서는 전체 구현보다 패턴의 중심이 되는 코드 조각을 먼저 읽는다.</a:t>
            </a:r>
            <a:endParaRPr lang="en-US" sz="1580" dirty="0"/>
          </a:p>
        </p:txBody>
      </p:sp>
      <p:sp>
        <p:nvSpPr>
          <p:cNvPr id="8" name="Shape 6"/>
          <p:cNvSpPr/>
          <p:nvPr/>
        </p:nvSpPr>
        <p:spPr>
          <a:xfrm>
            <a:off x="694944" y="1444752"/>
            <a:ext cx="7936992" cy="3337560"/>
          </a:xfrm>
          <a:prstGeom prst="roundRect">
            <a:avLst>
              <a:gd name="adj" fmla="val 1644"/>
            </a:avLst>
          </a:prstGeom>
          <a:solidFill>
            <a:srgbClr val="101827"/>
          </a:solidFill>
          <a:ln w="12700">
            <a:solidFill>
              <a:srgbClr val="2B364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77824" y="1609344"/>
            <a:ext cx="7571232" cy="30266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interface IGameComponent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Tick(float deltaTime);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Unity에서 보는 위치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Component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Unity의 GameObject/MonoBehaviour 구조 자체가 컴포넌트 패턴의 대표 사례다.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장면은 Play 버튼만 눌러도 큰 HUD로 현재 상태를 볼 수 있게 만든다.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학생은 HUD 변화를 보며 TODO 구현이 맞는지 확인한다.</a:t>
            </a:r>
            <a:endParaRPr lang="en-US" sz="16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장점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Component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역할이 나뉘어 기능 추가 위치가 선명해진다.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범위가 줄고, 테스트할 단위가 작아진다.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반복되는 설계 문제를 팀에서 같은 이름으로 토론할 수 있다.</a:t>
            </a:r>
            <a:endParaRPr lang="en-US" sz="16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주의점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Component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컴포넌트 간 통신 경로가 지저분해지지 않도록 경계를 정해야 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패턴은 자동 정답이 아니라 비용과 이득을 비교해 선택하는 도구다.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작은 예제에 과하게 적용하면 오히려 코드가 길어진다.</a:t>
            </a:r>
            <a:endParaRPr lang="en-US" sz="16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Unity 실습 목표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Component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Move, Health, RenderInfo 컴포넌트를 조합해 하나의 엔티티를 만든다.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학생용 스크립트에는 핵심 구현이 TODO로 비워져 있다.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 코드는 프로젝트 루트의 `실습자료 정답` 폴더에 따로 둔다.</a:t>
            </a:r>
            <a:endParaRPr lang="en-US" sz="16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 TODO 목록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Component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컴포넌트 인터페이스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엔티티에 등록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이동 컴포넌트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777240" y="3383280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8408" y="3273552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체력 컴포넌트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777240" y="4041648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78408" y="3931920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HUD 표시</a:t>
            </a:r>
            <a:endParaRPr lang="en-US" sz="16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 기준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Component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프로젝트가 컴파일되고 해당 차시 씬을 열 수 있다.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Play 버튼을 누르면 큰 화면 UI에서 결과가 확인된다.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TODO를 채운 뒤 패턴의 핵심 동작이 눈으로 확인된다.</a:t>
            </a:r>
            <a:endParaRPr lang="en-US" sz="16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Component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컴포넌트 패턴은 큰 객체를 기능별 작은 부품으로 나누고 조합으로 행동을 만든다.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 이름보다 중요한 것은 책임 분리와 데이터 흐름을 설명할 수 있는 것이다.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차시에서는 다른 설계 압력이 어떤 패턴으로 바뀌는지 비교한다.</a:t>
            </a:r>
            <a:endParaRPr lang="en-US" sz="1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경기게임마이스터고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유니티 프로그래밍 패턴 14차시 - Component</dc:title>
  <dc:subject>Game Programming Patterns - Component</dc:subject>
  <dc:creator>Codex</dc:creator>
  <cp:lastModifiedBy>Codex</cp:lastModifiedBy>
  <cp:revision>1</cp:revision>
  <dcterms:created xsi:type="dcterms:W3CDTF">2026-05-17T08:07:59Z</dcterms:created>
  <dcterms:modified xsi:type="dcterms:W3CDTF">2026-05-17T08:07:59Z</dcterms:modified>
</cp:coreProperties>
</file>