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오늘의 학습 목표: 패턴이 해결하려는 결합도나 성능 문제를 설명한다. Component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문제 상황: 입력, 물리, 그래픽, AI가 한 클래스에 섞이면 수정 범위가 커진다.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원문 흐름 1: Bjorn 예제: 이 구간의 문제와 해결 방향을 수업 예제로 바꿔 본다. 도메인 분리: 이 구간의 문제와 해결 방향을 수업 예제로 바꿔 본다. 컴포넌트 조합: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원문 흐름 2: 메시지와 참조: Unity/C# 관점에서 장점과 주의점을 연결한다. Unity와의 연결: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한 문장 정의: Component는 객체의 기능을 독립적인 부품으로 분리하고, 엔티티가 이를 조합한다.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핵심 구성 요소: Entity: Component 패턴을 설명할 때 반복해서 등장하는 역할이다. Component: Component 패턴을 설명할 때 반복해서 등장하는 역할이다. Composition: Component 패턴을 설명할 때 반복해서 등장하는 역할이다. Decoupling: Component 패턴을 설명할 때 반복해서 등장하는 역할이다. Message: Component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패턴을 적용한 구조: 큰 객체를 기능별 작은 부품으로 나누고 조합으로 행동을 만든다.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Unity에서 보는 위치: Unity의 GameObject/MonoBehaviour 구조 자체가 컴포넌트 패턴의 대표 사례다.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주의점: 컴포넌트 간 통신 경로가 지저분해지지 않도록 경계를 정해야 한다.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Unity 실습 목표: Move, Health, RenderInfo 컴포넌트를 조합해 하나의 엔티티를 만든다.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학생 TODO 목록: 컴포넌트 인터페이스 엔티티에 등록 이동 컴포넌트 체력 컴포넌트 HUD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Component. https://gameprogrammingpatterns.com/component.html
정리: 컴포넌트 패턴은 큰 객체를 기능별 작은 부품으로 나누고 조합으로 행동을 만든다.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Entity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Decoupling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· Unity/C#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입력, 물리, 그래픽, AI가 한 클래스에 섞이면 수정 범위가 커진다.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Bjorn 예제: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분리: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조합: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메시지와 참조: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Unity와의 연결: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Component는 객체의 기능을 독립적인 부품으로 분리하고, 엔티티가 이를 조합한다.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Entity: Component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Component: Component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Composition: Component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Decoupling: Component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Message: Component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객체를 기능별 작은 부품으로 나누고 조합으로 행동을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IGameComponent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Tick(float deltaTime);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Unity의 GameObject/MonoBehaviour 구조 자체가 컴포넌트 패턴의 대표 사례다.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간 통신 경로가 지저분해지지 않도록 경계를 정해야 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Move, Health, RenderInfo 컴포넌트를 조합해 하나의 엔티티를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인터페이스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엔티티에 등록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컴포넌트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컴포넌트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Component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패턴은 큰 객체를 기능별 작은 부품으로 나누고 조합으로 행동을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14차시 - Component</dc:title>
  <dc:subject>Game Programming Patterns - Component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