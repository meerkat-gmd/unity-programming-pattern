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학습 목표: 패턴이 해결하려는 결합도나 성능 문제를 설명한다. Bytecode 패턴의 핵심 구조를 C# 코드로 읽는다. Unity 장면에서 패턴이 어떻게 보이는지 확인한다. 학생용 TODO 코드를 완성해 동작 기준을 통과한다.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상황: 마법 주문을 C# 코드로만 만들면 디자이너가 실험하기 어렵고 빌드가 필요하다. 처음에는 간단한 조건문이나 직접 참조로 해결할 수 있지만, 기능이 늘어나면 수정 범위가 커진다. 패턴은 이런 반복되는 설계 압력을 이름 붙이고 안전한 구조로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1: 마법 시스템: 이 구간의 문제와 해결 방향을 수업 예제로 바꿔 본다. 명령어와 스택: 이 구간의 문제와 해결 방향을 수업 예제로 바꿔 본다. 가상 머신: 이 구간의 문제와 해결 방향을 수업 예제로 바꿔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2: 데이터로 만든 동작: Unity/C# 관점에서 장점과 주의점을 연결한다. 안전성과 도구: Unity/C# 관점에서 장점과 주의점을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 정의: Bytecode는 고수준 동작을 작은 명령어 시퀀스로 저장하고, VM이 이를 해석해 실행한다. 중요한 것은 코드 모양을 외우는 것이 아니라, 어떤 의존성을 어디로 옮기는지 이해하는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구성 요소: Instruction: Bytecode 패턴을 설명할 때 반복해서 등장하는 역할이다. VM: Bytecode 패턴을 설명할 때 반복해서 등장하는 역할이다. Stack: Bytecode 패턴을 설명할 때 반복해서 등장하는 역할이다. Interpreter: Bytecode 패턴을 설명할 때 반복해서 등장하는 역할이다. Scripted Behavior: Bytecode 패턴을 설명할 때 반복해서 등장하는 역할이다.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나쁜 출발점: 모든 시스템이 서로를 직접 알고 호출한다. 작은 기능을 추가할 때 관련 없는 클래스까지 수정해야 한다. 테스트와 재사용이 어려워지고, 실행 순서 버그가 숨어든다.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패턴을 적용한 구조: 동작을 코드가 아니라 작은 명령어 데이터로 표현하고 인터프리터가 실행한다. 객체의 책임을 분리하고, 바뀌는 부분을 명확한 경계 뒤로 숨긴다. 그 결과 기능 추가 위치가 예측 가능해진다.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Representative C# code fragment.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Unity에서 보는 위치: 간단한 스택 머신으로 데미지, 힐, 파티클 명령을 실행한다. 실습 장면은 Play 버튼만 눌러도 큰 HUD로 현재 상태를 볼 수 있게 만든다. 학생은 HUD 변화를 보며 TODO 구현이 맞는지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장점: 역할이 나뉘어 기능 추가 위치가 선명해진다. 수정 범위가 줄고, 테스트할 단위가 작아진다. 반복되는 설계 문제를 팀에서 같은 이름으로 토론할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주의점: 자유도는 높지만 디버깅 도구와 안전장치가 필요하다. 패턴은 자동 정답이 아니라 비용과 이득을 비교해 선택하는 도구다. 작은 예제에 과하게 적용하면 오히려 코드가 길어진다.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실습 목표: 간단한 Spell VM에서 PUSH, ADD, DAMAGE 명령을 실행한다. 학생용 스크립트에는 핵심 구현이 TODO로 비워져 있다. 정답 코드는 프로젝트 루트의 `실습자료 정답` 폴더에 따로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TODO 목록: Instruction enum 스택 push/pop ADD 실행 DAMAGE 실행 실행 로그 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통과 기준: 프로젝트가 컴파일되고 해당 차시 씬을 열 수 있다. Play 버튼을 누르면 큰 화면 UI에서 결과가 확인된다. TODO를 채운 뒤 패턴의 핵심 동작이 눈으로 확인된다.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바이트코드 패턴은 동작을 코드가 아니라 작은 명령어 데이터로 표현하고 인터프리터가 실행한다. 패턴 이름보다 중요한 것은 책임 분리와 데이터 흐름을 설명할 수 있는 것이다. 다음 차시에서는 다른 설계 압력이 어떤 패턴으로 바뀌는지 비교한다.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02016"/>
          </a:solidFill>
          <a:ln w="12700">
            <a:solidFill>
              <a:srgbClr val="102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1520"/>
            <a:ext cx="1097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Bytecode Pattern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41248" y="184708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8F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바이트코드 패턴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7432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Instruction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33101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004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1248" y="37673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576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2245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1148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Interpreter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6817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720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Scripted Behavior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Unity/C# 설계 패턴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Bytecode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패턴이 해결하려는 결합도나 성능 문제를 설명한다.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Bytecode 패턴의 핵심 구조를 C# 코드로 읽는다.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장면에서 패턴이 어떻게 보이는지 확인한다.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TODO 코드를 완성해 동작 기준을 통과한다.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Bytecode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마법 주문을 C# 코드로만 만들면 디자이너가 실험하기 어렵고 빌드가 필요하다.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간단한 조건문이나 직접 참조로 해결할 수 있지만, 기능이 늘어나면 수정 범위가 커진다.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이런 반복되는 설계 압력을 이름 붙이고 안전한 구조로 바꾼다.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Bytecode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마법 시스템: 이 구간의 문제와 해결 방향을 수업 예제로 바꿔 본다.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명령어와 스택: 이 구간의 문제와 해결 방향을 수업 예제로 바꿔 본다.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머신: 이 구간의 문제와 해결 방향을 수업 예제로 바꿔 본다.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Bytecode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만든 동작: Unity/C# 관점에서 장점과 주의점을 연결한다.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안전성과 도구: Unity/C# 관점에서 장점과 주의점을 연결한다.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Bytecode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Bytecode는 고수준 동작을 작은 명령어 시퀀스로 저장하고, VM이 이를 해석해 실행한다.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코드 모양을 외우는 것이 아니라, 어떤 의존성을 어디로 옮기는지 이해하는 것이다.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구성 요소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Bytecode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Instruction: Bytecode 패턴을 설명할 때 반복해서 등장하는 역할이다.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VM: Bytecode 패턴을 설명할 때 반복해서 등장하는 역할이다.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Stack: Bytecode 패턴을 설명할 때 반복해서 등장하는 역할이다.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Interpreter: Bytecode 패턴을 설명할 때 반복해서 등장하는 역할이다.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005072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Scripted Behavior: Bytecode 패턴을 설명할 때 반복해서 등장하는 역할이다.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출발점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Bytecode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시스템이 서로를 직접 알고 호출한다.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기능을 추가할 때 관련 없는 클래스까지 수정해야 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재사용이 어려워지고, 실행 순서 버그가 숨어든다.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적용한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Bytecode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동작을 코드가 아니라 작은 명령어 데이터로 표현하고 인터프리터가 실행한다.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객체의 책임을 분리하고, 바뀌는 부분을 명확한 경계 뒤로 숨긴다.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기능 추가 위치가 예측 가능해진다.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핵심 코드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Bytecode | Unity/C#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13232" y="1005840"/>
            <a:ext cx="7680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수업에서는 전체 구현보다 패턴의 중심이 되는 코드 조각을 먼저 읽는다.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694944" y="1444752"/>
            <a:ext cx="7936992" cy="3337560"/>
          </a:xfrm>
          <a:prstGeom prst="roundRect">
            <a:avLst>
              <a:gd name="adj" fmla="val 1644"/>
            </a:avLst>
          </a:prstGeom>
          <a:solidFill>
            <a:srgbClr val="101827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09344"/>
            <a:ext cx="7571232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OpCode.Add: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stack.Push(stack.Pop() + stack.Pop());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break;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 보는 위치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Bytecode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간단한 스택 머신으로 데미지, 힐, 파티클 명령을 실행한다.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장면은 Play 버튼만 눌러도 큰 HUD로 현재 상태를 볼 수 있게 만든다.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HUD 변화를 보며 TODO 구현이 맞는지 확인한다.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Bytecode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나뉘어 기능 추가 위치가 선명해진다.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범위가 줄고, 테스트할 단위가 작아진다.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설계 문제를 팀에서 같은 이름으로 토론할 수 있다.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Bytecode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자유도는 높지만 디버깅 도구와 안전장치가 필요하다.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자동 정답이 아니라 비용과 이득을 비교해 선택하는 도구다.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예제에 과하게 적용하면 오히려 코드가 길어진다.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Bytecode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간단한 Spell VM에서 PUSH, ADD, DAMAGE 명령을 실행한다.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스크립트에는 핵심 구현이 TODO로 비워져 있다.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코드는 프로젝트 루트의 `실습자료 정답` 폴더에 따로 둔다.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목록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Bytecode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Instruction enum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push/pop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 실행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273552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DAMAGE 실행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04164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931920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로그 표시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Bytecode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 컴파일되고 해당 차시 씬을 열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버튼을 누르면 큰 화면 UI에서 결과가 확인된다.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TODO를 채운 뒤 패턴의 핵심 동작이 눈으로 확인된다.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Bytecode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바이트코드 패턴은 동작을 코드가 아니라 작은 명령어 데이터로 표현하고 인터프리터가 실행한다.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이름보다 중요한 것은 책임 분리와 데이터 흐름을 설명할 수 있는 것이다.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차시에서는 다른 설계 압력이 어떤 패턴으로 바뀌는지 비교한다.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11차시 - Bytecode</dc:title>
  <dc:subject>Game Programming Patterns - Bytecode</dc:subject>
  <dc:creator>Codex</dc:creator>
  <cp:lastModifiedBy>Codex</cp:lastModifiedBy>
  <cp:revision>1</cp:revision>
  <dcterms:created xsi:type="dcterms:W3CDTF">2026-05-17T08:07:59Z</dcterms:created>
  <dcterms:modified xsi:type="dcterms:W3CDTF">2026-05-17T08:07:59Z</dcterms:modified>
</cp:coreProperties>
</file>