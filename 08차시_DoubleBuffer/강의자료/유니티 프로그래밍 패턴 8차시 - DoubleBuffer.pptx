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오늘의 학습 목표: 패턴이 해결하려는 결합도나 성능 문제를 설명한다. DoubleBuffer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문제 상황: 한 객체가 갱신 중인 데이터를 다른 객체가 동시에 읽으면 반쯤 바뀐 상태가 보인다.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원문 흐름 1: 무대 조명 비유: 이 구간의 문제와 해결 방향을 수업 예제로 바꿔 본다. 현재 버퍼와 다음 버퍼: 이 구간의 문제와 해결 방향을 수업 예제로 바꿔 본다. swap: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원문 흐름 2: 사용 시점: Unity/C# 관점에서 장점과 주의점을 연결한다. 주의점: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한 문장 정의: Double Buffer는 current와 next 버퍼를 두고, next에 쓴 뒤 swap으로 한 번에 공개한다.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핵심 구성 요소: Current Buffer: DoubleBuffer 패턴을 설명할 때 반복해서 등장하는 역할이다. Next Buffer: DoubleBuffer 패턴을 설명할 때 반복해서 등장하는 역할이다. Swap: DoubleBuffer 패턴을 설명할 때 반복해서 등장하는 역할이다. Frame Boundary: DoubleBuffer 패턴을 설명할 때 반복해서 등장하는 역할이다. Consistency: DoubleBuffer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패턴을 적용한 구조: 읽는 데이터와 쓰는 데이터를 분리하고, 한 프레임 끝에서 두 버퍼를 교체한다.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Unity에서 보는 위치: 격자 시뮬레이션, 픽셀 효과, 턴 처리에서 이전 프레임과 다음 프레임을 분리한다.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주의점: 메모리를 두 배로 쓰고, swap 시점을 명확히 정해야 한다.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Unity 실습 목표: 격자의 다음 세대를 nextBuffer에 계산한 뒤 swap한다.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학생 TODO 목록: 현재 버퍼 읽기 다음 버퍼 쓰기 이웃 수 계산 Swap 구현 HUD에 세대 표시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DoubleBuffer. https://gameprogrammingpatterns.com/double-buffer.html
정리: 더블 버퍼 패턴은 읽는 데이터와 쓰는 데이터를 분리하고, 한 프레임 끝에서 두 버퍼를 교체한다.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DoubleBuffer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더블 버퍼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Buffer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Buffer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Swap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 Boundary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Consistency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DoubleBuffer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객체가 갱신 중인 데이터를 다른 객체가 동시에 읽으면 반쯤 바뀐 상태가 보인다.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무대 조명 비유: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버퍼와 다음 버퍼: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swap: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시점: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Buffer는 current와 next 버퍼를 두고, next에 쓴 뒤 swap으로 한 번에 공개한다.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Buffer: DoubleBuffer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Buffer: DoubleBuffer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Swap: DoubleBuffer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 Boundary: DoubleBuffer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Consistency: DoubleBuffer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데이터와 쓰는 데이터를 분리하고, 한 프레임 끝에서 두 버퍼를 교체한다.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temp = current;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= next;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= temp;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 시뮬레이션, 픽셀 효과, 턴 처리에서 이전 프레임과 다음 프레임을 분리한다.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메모리를 두 배로 쓰고, swap 시점을 명확히 정해야 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격자의 다음 세대를 nextBuffer에 계산한 뒤 swap한다.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버퍼 읽기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버퍼 쓰기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수 계산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Swap 구현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HUD에 세대 표시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DoubleBuffer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더블 버퍼 패턴은 읽는 데이터와 쓰는 데이터를 분리하고, 한 프레임 끝에서 두 버퍼를 교체한다.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8차시 - DoubleBuffer</dc:title>
  <dc:subject>Game Programming Patterns - DoubleBuffer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