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EventQueue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이벤트가 발생한 순간 바로 처리하면 시스템 간 호출 타이밍이 얽힌다.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오디오 요청 문제: 이 구간의 문제와 해결 방향을 수업 예제로 바꿔 본다. 큐에 넣기: 이 구간의 문제와 해결 방향을 수업 예제로 바꿔 본다. 나중에 처리: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중복 합치기: Unity/C# 관점에서 장점과 주의점을 연결한다. 비동기 경계: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Event Queue는 송신자와 수신자를 시간적으로 분리하고 이벤트를 버퍼에 저장한다.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Queue: EventQueue 패턴을 설명할 때 반복해서 등장하는 역할이다. Enqueue: EventQueue 패턴을 설명할 때 반복해서 등장하는 역할이다. Process Later: EventQueue 패턴을 설명할 때 반복해서 등장하는 역할이다. Temporal Decoupling: EventQueue 패턴을 설명할 때 반복해서 등장하는 역할이다. Batch: EventQueue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이벤트를 바로 처리하지 않고 큐에 넣어 적절한 시점에 순서대로 처리한다.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사운드 요청, UI 알림, 로그 이벤트를 큐에 넣고 LateUpdate에서 처리한다.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지연 처리 때문에 즉시 결과가 필요한 로직에는 맞지 않을 수 있다.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여러 사운드 요청을 큐에 넣고 한 프레임 끝에서 처리한다.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Event 구조체 Enqueue ProcessAll 중복 사운드 병합 HUD 로그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이벤트 큐 패턴은 이벤트를 바로 처리하지 않고 큐에 넣어 적절한 시점에 순서대로 처리한다.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큐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Enqueue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Later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Temporal Decoupling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발생한 순간 바로 처리하면 시스템 간 호출 타이밍이 얽힌다.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요청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큐에 넣기: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처리: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합치기: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경계: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Queue는 송신자와 수신자를 시간적으로 분리하고 이벤트를 버퍼에 저장한다.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Queue: EventQueue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Enqueue: EventQueue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Later: EventQueue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Temporal Decoupling: EventQueue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Batch: EventQueue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바로 처리하지 않고 큐에 넣어 적절한 시점에 순서대로 처리한다.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events.Enqueue(new GameEvent(type, payload));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요청, UI 알림, 로그 이벤트를 큐에 넣고 LateUpdate에서 처리한다.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처리 때문에 즉시 결과가 필요한 로직에는 맞지 않을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사운드 요청을 큐에 넣고 한 프레임 끝에서 처리한다.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구조체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Enqueue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ProcessAll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사운드 병합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로그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EventQueue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큐 패턴은 이벤트를 바로 처리하지 않고 큐에 넣어 적절한 시점에 순서대로 처리한다.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15차시 - EventQueue</dc:title>
  <dc:subject>Game Programming Patterns - EventQueue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