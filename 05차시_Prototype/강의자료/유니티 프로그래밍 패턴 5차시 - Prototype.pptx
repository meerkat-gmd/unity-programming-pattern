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오늘의 학습 목표: 패턴이 해결하려는 결합도나 성능 문제를 설명한다. Prototype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문제 상황: 몬스터 종류가 늘어날수록 생성 코드와 하위 클래스가 폭발한다.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원문 흐름 1: 괴물 생성 문제: 이 구간의 문제와 해결 방향을 수업 예제로 바꿔 본다. 복제 메서드: 이 구간의 문제와 해결 방향을 수업 예제로 바꿔 본다. 프로토타입 언어: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원문 흐름 2: 데이터 모델링으로서의 프로토타입: Unity/C# 관점에서 장점과 주의점을 연결한다. Prefab과 연결: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한 문장 정의: Prototype은 객체 자신이 복제 방법을 알고 있으며, 클라이언트는 구체 타입을 몰라도 새 인스턴스를 얻는다.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핵심 구성 요소: Prototype: Prototype 패턴을 설명할 때 반복해서 등장하는 역할이다. Clone: Prototype 패턴을 설명할 때 반복해서 등장하는 역할이다. Prefab: Prototype 패턴을 설명할 때 반복해서 등장하는 역할이다. Template: Prototype 패턴을 설명할 때 반복해서 등장하는 역할이다. Deep Copy: Prototype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패턴을 적용한 구조: 새 객체를 매번 클래스와 생성자로 만들지 않고, 준비된 원본을 복제해서 만든다.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Unity에서 보는 위치: Prefab과 ScriptableObject 템플릿은 Unity에서 가장 자연스러운 프로토타입 실습 소재다.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주의점: 깊은 복사와 얕은 복사를 구분하지 못하면 공유되면 안 되는 데이터가 공유된다.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Unity 실습 목표: 몬스터 원형 데이터를 복제해 서로 다른 몬스터 인스턴스를 만든다.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학생 TODO 목록: Clone 메서드 구현 체력/공격력 복사 인스턴스 이름 변경 얕은 복사 위험 확인 스폰 로그 출력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Prototype. https://gameprogrammingpatterns.com/prototype.html
정리: 프로토타입 패턴은 새 객체를 매번 클래스와 생성자로 만들지 않고, 준비된 원본을 복제해서 만든다.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Prototype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Prototype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Clone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Prefab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Copy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· Unity/C#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Prototype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종류가 늘어날수록 생성 코드와 하위 클래스가 폭발한다.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괴물 생성 문제: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메서드: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언어: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모델링으로서의 프로토타입: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Prefab과 연결: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Prototype은 객체 자신이 복제 방법을 알고 있으며, 클라이언트는 구체 타입을 몰라도 새 인스턴스를 얻는다.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Prototype: Prototype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Clone: Prototype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Prefab: Prototype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Template: Prototype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Copy: Prototype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객체를 매번 클래스와 생성자로 만들지 않고, 준비된 원본을 복제해서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MonsterPrototype Clone()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MonsterPrototype(name, maxHp, attack);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Prefab과 ScriptableObject 템플릿은 Unity에서 가장 자연스러운 프로토타입 실습 소재다.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깊은 복사와 얕은 복사를 구분하지 못하면 공유되면 안 되는 데이터가 공유된다.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원형 데이터를 복제해 서로 다른 몬스터 인스턴스를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Clone 메서드 구현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체력/공격력 복사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이름 변경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얕은 복사 위험 확인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로그 출력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Prototype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패턴은 새 객체를 매번 클래스와 생성자로 만들지 않고, 준비된 원본을 복제해서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5차시 - Prototype</dc:title>
  <dc:subject>Game Programming Patterns - Prototype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