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오늘의 학습 목표: 패턴이 해결하려는 결합도나 성능 문제를 설명한다. State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문제 상황: 서기, 점프, 숙이기, 다이빙 조건이 한 Update에 섞이면 기능 추가가 위험해진다.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원문 흐름 1: 유한 상태 기계: 이 구간의 문제와 해결 방향을 수업 예제로 바꿔 본다. enum과 switch의 한계: 이 구간의 문제와 해결 방향을 수업 예제로 바꿔 본다. 상태 객체: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원문 흐름 2: 입장/퇴장 액션: Unity/C# 관점에서 장점과 주의점을 연결한다. 계층/푸시다운 상태: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한 문장 정의: State 패턴은 객체의 현재 상태를 별도 객체로 표현하고, 상태에 따라 행동을 위임한다.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핵심 구성 요소: FSM: State 패턴을 설명할 때 반복해서 등장하는 역할이다. State Object: State 패턴을 설명할 때 반복해서 등장하는 역할이다. Transition: State 패턴을 설명할 때 반복해서 등장하는 역할이다. Enter: State 패턴을 설명할 때 반복해서 등장하는 역할이다. Exit: State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패턴을 적용한 구조: 캐릭터 행동을 거대한 if/switch가 아니라 상태 객체로 나누어 관리한다.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Unity에서 보는 위치: 플레이어 입력을 Standing, Jumping, Ducking 상태 클래스로 분리한다.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주의점: 상태 수가 너무 많아지면 전이 규칙을 별도 표나 상태 머신으로 관리해야 한다.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Unity 실습 목표: 플레이어 상태를 Standing, Jumping, Ducking으로 분리한다.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학생 TODO 목록: IPlayerState 작성 HandleInput 구현 Enter/Exit 로그 상태 전환 HUD 상태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State. https://gameprogrammingpatterns.com/state.html
정리: 상태 패턴은 캐릭터 행동을 거대한 if/switch가 아니라 상태 객체로 나누어 관리한다.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Object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Transition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· Unity/C#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서기, 점프, 숙이기, 다이빙 조건이 한 Update에 섞이면 기능 추가가 위험해진다.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 상태 기계: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enum과 switch의 한계: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객체: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입장/퇴장 액션: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계층/푸시다운 상태: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패턴은 객체의 현재 상태를 별도 객체로 표현하고, 상태에 따라 행동을 위임한다.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FSM: State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Object: State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Transition: State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Enter: State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Exit: State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행동을 거대한 if/switch가 아니라 상태 객체로 나누어 관리한다.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IPlayerState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Enter(PlayerController player);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IPlayerState HandleInput(KeyCode key);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입력을 Standing, Jumping, Ducking 상태 클래스로 분리한다.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수가 너무 많아지면 전이 규칙을 별도 표나 상태 머신으로 관리해야 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상태를 Standing, Jumping, Ducking으로 분리한다.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IPlayerState 작성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HandleInput 구현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Enter/Exit 로그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전환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상태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State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패턴은 캐릭터 행동을 거대한 if/switch가 아니라 상태 객체로 나누어 관리한다.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7차시 - State</dc:title>
  <dc:subject>Game Programming Patterns - State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